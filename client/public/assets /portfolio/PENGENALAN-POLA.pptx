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00503000000020004" pitchFamily="2" charset="0"/>
      <p:regular r:id="rId17"/>
      <p:bold r:id="rId18"/>
      <p:italic r:id="rId19"/>
      <p:boldItalic r:id="rId20"/>
    </p:embeddedFont>
    <p:embeddedFont>
      <p:font typeface="Inter Bold" panose="02000503000000020004" pitchFamily="2" charset="0"/>
      <p:regular r:id="rId21"/>
      <p:bold r:id="rId22"/>
    </p:embeddedFont>
    <p:embeddedFont>
      <p:font typeface="Petrona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052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24385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920206"/>
            <a:ext cx="629686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Informatika Kelas 9 SMP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61475" y="3513733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Mengenali sesuatu yang berulang, memiliki kesamaan, atau memiliki hubungan tertentu untuk membantu kita menyelesaikan masalah.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Sebagai lanjutan dari materi sebelumnya: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DEKOMPOSISI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30462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Apa Itu Pengenalan Pola?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253414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Pengenalan pola adalah kemampuan untuk menemukan kesamaan, pengulangan, atau hubungan tertentu dari suatu informasi atau masalah.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654028"/>
            <a:ext cx="6296860" cy="755948"/>
          </a:xfrm>
          <a:prstGeom prst="roundRect">
            <a:avLst>
              <a:gd name="adj" fmla="val 10502"/>
            </a:avLst>
          </a:prstGeom>
          <a:solidFill>
            <a:srgbClr val="CCEE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392172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890268"/>
            <a:ext cx="61031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Sederhananya: </a:t>
            </a: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"Coba cari apa yang sama atau berulang."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1475" y="462260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Jika setiap pagi kamu bangun → mandi → sarapan → berangkat sekolah, maka kegiatan tersebut membentuk sebuah pola.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3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Pola Ada di Mana-Mana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31913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Tanpa kita sadari, kita sering menemukan pola dalam kehidupan sehari-hari.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4499" y="1730474"/>
            <a:ext cx="3780437" cy="4209852"/>
          </a:xfrm>
          <a:prstGeom prst="roundRect">
            <a:avLst>
              <a:gd name="adj" fmla="val 3094"/>
            </a:avLst>
          </a:prstGeom>
          <a:solidFill>
            <a:srgbClr val="4950BC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6916" y="2685653"/>
            <a:ext cx="3455603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Contohnya: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06916" y="3091656"/>
            <a:ext cx="3455603" cy="1984077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Jadwal pelajaran sekolah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Lampu lalu lintas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Pergantian siang dan malam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Jadwal olahraga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Rutinitas sebelum sekolah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antrean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Cuaca yang berulang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580" y="1887438"/>
            <a:ext cx="6925990" cy="38959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6097290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membantu kita memperkirakan apa yang mungkin terjadi selanjutnya.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Coba Tebak Polanya!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2607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Perhatikan pola berikut: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05496"/>
            <a:ext cx="10868745" cy="76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 → 4 → 6 → 8 → ...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61475" y="2892524"/>
            <a:ext cx="10868745" cy="677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Menurut kalian, angka </a:t>
            </a:r>
            <a:r>
              <a:rPr lang="en-US" sz="13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berikutnya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3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berapa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</a:p>
        </p:txBody>
      </p:sp>
      <p:sp>
        <p:nvSpPr>
          <p:cNvPr id="8" name="Shape 6"/>
          <p:cNvSpPr/>
          <p:nvPr/>
        </p:nvSpPr>
        <p:spPr>
          <a:xfrm>
            <a:off x="523452" y="3462487"/>
            <a:ext cx="10868745" cy="623590"/>
          </a:xfrm>
          <a:prstGeom prst="roundRect">
            <a:avLst>
              <a:gd name="adj" fmla="val 11338"/>
            </a:avLst>
          </a:prstGeom>
          <a:solidFill>
            <a:srgbClr val="D9D9D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8" y="4411026"/>
            <a:ext cx="210338" cy="16827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7041" y="3610285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Pertanyaan: </a:t>
            </a: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"Apa yang membuat kalian bisa menebak jawabannya?"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1475" y="4635856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Jawabannya: karena kita menemukan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8603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Pola Tidak Hanya Angka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88684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bisa ditemukan dalam berbagai bentuk.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Angka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56832" y="303341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5, 10, 15, 20, ...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716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 err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Warna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42716" y="303341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merah → biru → merah → biru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401888"/>
            <a:ext cx="3496877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8600" y="2597249"/>
            <a:ext cx="3106164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Gambar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228600" y="3033415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⭐⭐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⭐⭐⭐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022626"/>
            <a:ext cx="5339820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6832" y="4217988"/>
            <a:ext cx="494910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 err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Suara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56832" y="465415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tepuk → tepuk → hentak → tepuk → tepuk → hentak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022626"/>
            <a:ext cx="5339820" cy="1431727"/>
          </a:xfrm>
          <a:prstGeom prst="roundRect">
            <a:avLst>
              <a:gd name="adj" fmla="val 554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5658" y="4217988"/>
            <a:ext cx="4949106" cy="322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 err="1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Perilaku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385658" y="465415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Contoh: setiap menjelang ujian, banyak siswa mulai belajar lebih serius.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566697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Intinya: cari sesuatu yang berulang atau memiliki kesamaan.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2016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 dalam Informatika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205025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Dalam Informatika, pengenalan pola membantu komputer menemukan kesamaan dari banyak data.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65301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Mengenali wajah dalam foto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565301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Mendeteksi spam pada email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565301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64794" y="3274020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Mengelompokkan data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962102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670822"/>
            <a:ext cx="3465426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Mencari informasi yang memiliki kemiripan</a:t>
            </a:r>
            <a:endParaRPr lang="en-US" sz="1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3135" y="3962102"/>
            <a:ext cx="472468" cy="472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63135" y="4670822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Membantu membuat prediksi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661475" y="55035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Komputer dapat memproses banyak data untuk menemukan pola yang mungkin sulit kita lihat secara langsung.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3549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Kenapa YouTube Bisa Menebak yang Kita Suka?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93178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Pernahkah kalian merasa: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2659459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"Lho, kok video yang muncul mirip dengan yang sering saya tonton?"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44683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3871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Salah satu alasannya adalah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pola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25350" y="3902174"/>
            <a:ext cx="5476043" cy="2022277"/>
          </a:xfrm>
          <a:prstGeom prst="roundRect">
            <a:avLst>
              <a:gd name="adj" fmla="val 6730"/>
            </a:avLst>
          </a:prstGeom>
          <a:solidFill>
            <a:srgbClr val="4950BC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14357" y="4091186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Misalnya kamu sering: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57" y="4590256"/>
            <a:ext cx="509802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Menonton video sepak bola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Mencari konten game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Menonton video musik tertentu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072235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dapat melihat pola dari aktivitas tersebut dan menggunakannya untuk memberikan rekomendasi konten.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Jadi, teknologi tidak benar-benar "tahu isi pikiran kita". Sistem membaca pola dari aktivitas dan data.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952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Dekomposisi dan Pengenalan Pola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57412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 kita saling berhubungan.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3869"/>
            <a:ext cx="797401" cy="956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3413" y="1903313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DEKOMPOSISI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93413" y="2245618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Memecah masalah besar menjadi bagian-bagian kecil.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00734"/>
            <a:ext cx="797401" cy="956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93413" y="2860179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PENGENALAN POLA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93413" y="3202484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Mencari kesamaan atau sesuatu yang berulang.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657600"/>
            <a:ext cx="797401" cy="9568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93413" y="3817045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ABSTRAKSI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593413" y="4159349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Mengambil informasi yang paling penting.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614466"/>
            <a:ext cx="797401" cy="9568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93413" y="4773910"/>
            <a:ext cx="993680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ALGORITMA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593413" y="5116215"/>
            <a:ext cx="993680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Menyusun langkah-langkah untuk menyelesaikan masalah.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61475" y="5722640"/>
            <a:ext cx="10868745" cy="570309"/>
          </a:xfrm>
          <a:prstGeom prst="roundRect">
            <a:avLst>
              <a:gd name="adj" fmla="val 11745"/>
            </a:avLst>
          </a:prstGeom>
          <a:solidFill>
            <a:srgbClr val="CCEE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915" y="5916116"/>
            <a:ext cx="199325" cy="1594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9681" y="5896967"/>
            <a:ext cx="10800683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Keempatnya merupakan bagian penting dari </a:t>
            </a: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Computational Thinking</a:t>
            </a: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53170"/>
            <a:ext cx="6296860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Mini Challenge: Temukan Polanya!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427361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Coba pecahkan bersama-sama!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778794"/>
            <a:ext cx="6296860" cy="9036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5563" y="208944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402918" y="1948458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 → 6 → 9 → 12 → ...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1402918" y="2267545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angka berikutnya?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02434"/>
            <a:ext cx="6296860" cy="9036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5563" y="3113088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95515"/>
            <a:ext cx="6296860" cy="9036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5563" y="4136727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421818" y="3014443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Senin → Rabu → Jumat → ...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1421818" y="3267362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 pola yang terjadi?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86213"/>
            <a:ext cx="6296860" cy="9036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5563" y="5160367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1402917" y="4000203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Setiap kali mendekati ujian, Raka mulai belajar lebih lama.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1402918" y="4344988"/>
            <a:ext cx="538575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Apakah ini bisa disebut pola? Mengapa?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661475" y="5888335"/>
            <a:ext cx="690644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Diskusikan dengan teman di sebelahmu.</a:t>
            </a:r>
            <a:endParaRPr lang="en-US" sz="11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77DB1DE-EFCB-4F4B-9E68-19DB35B196F8}"/>
              </a:ext>
            </a:extLst>
          </p:cNvPr>
          <p:cNvSpPr/>
          <p:nvPr/>
        </p:nvSpPr>
        <p:spPr>
          <a:xfrm>
            <a:off x="1402916" y="5177978"/>
            <a:ext cx="5385757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chemeClr val="bg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…………………………...</a:t>
            </a:r>
            <a:endParaRPr lang="en-US" sz="15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56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Jadi, Apa yang Kita Pelajari?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41326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CCEE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1398687"/>
            <a:ext cx="177200" cy="1416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2037" y="1383010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PENGENALAN POLA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mencari kesamaan, pengulangan, atau hubungan tertentu.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1832074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Dengan mengenali pola, kita dapat: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2150070"/>
            <a:ext cx="5381193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9506" y="2298105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2414984"/>
            <a:ext cx="191289" cy="191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506" y="2829620"/>
            <a:ext cx="50851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Lebih mudah memahami masalah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148928" y="2150070"/>
            <a:ext cx="5381292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96959" y="2298105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935" y="2414984"/>
            <a:ext cx="191289" cy="1912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6959" y="2829620"/>
            <a:ext cx="50852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Memperkirakan sesuatu yang mungkin terjadi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3316387"/>
            <a:ext cx="5381193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09506" y="3464421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6482" y="3581301"/>
            <a:ext cx="191289" cy="191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9506" y="3995936"/>
            <a:ext cx="50851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Mengelompokkan informasi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148928" y="3316387"/>
            <a:ext cx="5381292" cy="1060053"/>
          </a:xfrm>
          <a:prstGeom prst="roundRect">
            <a:avLst>
              <a:gd name="adj" fmla="val 5617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96959" y="3464421"/>
            <a:ext cx="425241" cy="425252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935" y="3581301"/>
            <a:ext cx="191289" cy="1912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96959" y="3995936"/>
            <a:ext cx="50852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Menemukan solusi dengan lebih cepat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61475" y="4535884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Refleksi</a:t>
            </a:r>
            <a:endParaRPr lang="en-US" sz="2300" dirty="0"/>
          </a:p>
        </p:txBody>
      </p:sp>
      <p:sp>
        <p:nvSpPr>
          <p:cNvPr id="24" name="Text 17"/>
          <p:cNvSpPr/>
          <p:nvPr/>
        </p:nvSpPr>
        <p:spPr>
          <a:xfrm>
            <a:off x="661475" y="5067498"/>
            <a:ext cx="10868745" cy="66972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 apa yang kamu temukan hari ini?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mana kamu menemukan pola dalam kehidupan sehari-hari?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pengenalan pola dapat membantu menyelesaikan masalah?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74095" y="5976342"/>
            <a:ext cx="1126571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"Kalau kita bisa menemukan polanya, kita bisa lebih mudah memahami masalahnya."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61475" y="5856784"/>
            <a:ext cx="19050" cy="437555"/>
          </a:xfrm>
          <a:prstGeom prst="roundRect">
            <a:avLst>
              <a:gd name="adj" fmla="val 49999"/>
            </a:avLst>
          </a:prstGeom>
          <a:solidFill>
            <a:srgbClr val="007EB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594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Petrona Bold</vt:lpstr>
      <vt:lpstr>Inter Bold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ir van</cp:lastModifiedBy>
  <cp:revision>7</cp:revision>
  <dcterms:created xsi:type="dcterms:W3CDTF">2026-08-23T13:57:44Z</dcterms:created>
  <dcterms:modified xsi:type="dcterms:W3CDTF">2026-08-24T02:36:51Z</dcterms:modified>
</cp:coreProperties>
</file>